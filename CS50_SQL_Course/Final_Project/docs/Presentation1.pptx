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11" autoAdjust="0"/>
    <p:restoredTop sz="94660"/>
  </p:normalViewPr>
  <p:slideViewPr>
    <p:cSldViewPr snapToGrid="0">
      <p:cViewPr varScale="1">
        <p:scale>
          <a:sx n="94" d="100"/>
          <a:sy n="94" d="100"/>
        </p:scale>
        <p:origin x="8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96E87-09E6-0A79-9BC0-24A2CC55AD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40DE69-BF93-BA1C-7A61-A8C20DCAC0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37D410-2027-A3F2-DC22-A360F8E9D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61AEA-D1EE-4F71-A705-A9976461D89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4392F9-B838-5966-FBB6-55C704168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5F5795-F820-A1EB-831D-C2CDF0AFD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C91DD-F7D5-4225-864D-1556498C58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4900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2468C-F44C-8FE8-ABD3-335569AF6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5AA74-CE0A-80D0-A65E-36C1E64687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C72182-17F9-B57B-99DE-8D342F959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61AEA-D1EE-4F71-A705-A9976461D89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CADB8D-ACC4-2E0D-1F0D-CD733DC6E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F0B12B-9721-064B-D4E5-A008788AB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C91DD-F7D5-4225-864D-1556498C58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3715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D10A8-A17E-08EE-8614-49169ED49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701E78-AED0-2402-AA1E-8D5F480FA2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A177E3-A1AE-E68E-3334-35AE85A54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61AEA-D1EE-4F71-A705-A9976461D89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C7D18D-5CD8-42A8-6290-29F07D3D5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2CFFA0-7D38-F58B-82EB-011832DE3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C91DD-F7D5-4225-864D-1556498C58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6428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E8FD0-C6BC-BC05-4951-771FB94B2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182677-9D6B-0C3C-BC90-A0360FB69E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D99DF8-7072-EDE2-CC08-F4EAD12455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092ABB-6A4B-31DD-F2D9-7C511A064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61AEA-D1EE-4F71-A705-A9976461D89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B01906-2B99-AD75-D5A3-D24F6C2BD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BC2225-0E11-4AC6-B413-D416E7870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C91DD-F7D5-4225-864D-1556498C58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633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99C98-C108-A1A3-E4DC-ECB8B7156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F2DCD1-9434-EB0E-4F55-29D8635218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10D14D-4CCC-7015-F09B-D2B02F8D1F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359E24-0B57-AD25-5FBC-56FBEAFFB4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2E8F30-E4EE-2558-CB54-FA307C3E74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E7CD93-58FF-548E-03DD-0DB41942E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61AEA-D1EE-4F71-A705-A9976461D89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832446-4C1D-59F4-D712-D73F9EF03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4A06A4-E52F-188B-3C73-CB79C225C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C91DD-F7D5-4225-864D-1556498C58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187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49523-7EDD-8FB8-941A-CBAE2999D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ADD94F-4E9B-A867-2B98-C8C069999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61AEA-D1EE-4F71-A705-A9976461D89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EB1247-56F9-C77A-1122-E0DA7A382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3BF5F0-5358-A4FC-6B71-218766F12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C91DD-F7D5-4225-864D-1556498C58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9193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2403D8-A33C-24A6-41A0-840705AA3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61AEA-D1EE-4F71-A705-A9976461D89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5E0251-5B09-63AA-88DB-C071201CF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DB4413-968F-48B4-04B6-ABDCCCC41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C91DD-F7D5-4225-864D-1556498C58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262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B3670-1C67-3384-25E7-779E16236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DB1123-B980-F2B6-7B62-D3ACD89D4D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476078-19FB-631C-E2AE-F72BE88125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6F2EC1-07D7-A738-851F-C263F924B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61AEA-D1EE-4F71-A705-A9976461D89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DCDF05-868D-2E4B-959A-5BD9009F6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CF85D0-4BCB-DD34-FAC4-96F44A1BB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C91DD-F7D5-4225-864D-1556498C58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0893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40996-0434-CCD6-9E37-96980E7A3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B44AD6-E770-F1D8-438C-ACE387DA21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CD625E-C58E-A842-645D-B9C145C40D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9B30FF-AB6F-81F1-4F25-236795ADF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61AEA-D1EE-4F71-A705-A9976461D89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4F2240-3AC8-BF3C-26C2-CEEB0324A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C198AD-9DDB-D089-B8E8-7D2F878DB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C91DD-F7D5-4225-864D-1556498C58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3180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1C185-3214-9E78-72AE-5D6DD2364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6B6900-608D-B87B-6571-EDF94CEB9D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35604F-712C-795C-F540-ED3D30E06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61AEA-D1EE-4F71-A705-A9976461D89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E6E0CF-BFC4-CF06-9C87-C581C5843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538416-7D2D-D25D-0BED-BD67E91FB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C91DD-F7D5-4225-864D-1556498C58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301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C11196-3618-EB12-E9EB-B222095E9D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337BB0-EAFC-7769-C5F4-B759A65CA3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B3FF35-DC31-21FD-B221-A728A7A63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61AEA-D1EE-4F71-A705-A9976461D89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6C0AD2-0020-102E-B23A-3E4E12CC9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D7341A-FBD8-5447-1006-676601589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C91DD-F7D5-4225-864D-1556498C58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9968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368324-4E7E-B299-8677-C2845EC37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E95F3A-D381-6538-D8AF-B9E206B9CD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404AD6-C416-E596-C5B3-60A96D7EEA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061AEA-D1EE-4F71-A705-A9976461D89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4D6118-CE22-2746-3527-A00FB7CA3F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31671C-A1B7-1DC1-C2FB-AE37144FB2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CC91DD-F7D5-4225-864D-1556498C58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552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696B226-0530-DE89-C024-C5BD39E10651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oundRect">
            <a:avLst>
              <a:gd name="adj" fmla="val 7043"/>
            </a:avLst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9964C8-4B8E-2AB5-D04F-1550C3E90774}"/>
              </a:ext>
            </a:extLst>
          </p:cNvPr>
          <p:cNvSpPr txBox="1"/>
          <p:nvPr/>
        </p:nvSpPr>
        <p:spPr>
          <a:xfrm>
            <a:off x="953360" y="929790"/>
            <a:ext cx="10285281" cy="4998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dirty="0" err="1"/>
              <a:t>PatentGraph</a:t>
            </a:r>
            <a:r>
              <a:rPr lang="en-US" sz="3600" dirty="0"/>
              <a:t> – AI Patent Analysis Database</a:t>
            </a:r>
          </a:p>
          <a:p>
            <a:pPr>
              <a:lnSpc>
                <a:spcPct val="150000"/>
              </a:lnSpc>
            </a:pPr>
            <a:r>
              <a:rPr lang="en-US" sz="3600" dirty="0"/>
              <a:t>Sina Gholami Fashkhami</a:t>
            </a:r>
          </a:p>
          <a:p>
            <a:pPr>
              <a:lnSpc>
                <a:spcPct val="150000"/>
              </a:lnSpc>
            </a:pPr>
            <a:r>
              <a:rPr lang="en-US" sz="3600" dirty="0"/>
              <a:t>GitHub: </a:t>
            </a:r>
            <a:r>
              <a:rPr lang="en-US" sz="3600" dirty="0" err="1"/>
              <a:t>SinaGholami</a:t>
            </a:r>
            <a:r>
              <a:rPr lang="en-US" sz="3600" dirty="0"/>
              <a:t> </a:t>
            </a:r>
          </a:p>
          <a:p>
            <a:pPr>
              <a:lnSpc>
                <a:spcPct val="150000"/>
              </a:lnSpc>
            </a:pPr>
            <a:r>
              <a:rPr lang="en-US" sz="3600" dirty="0"/>
              <a:t>edX username: snghlm1378</a:t>
            </a:r>
          </a:p>
          <a:p>
            <a:pPr>
              <a:lnSpc>
                <a:spcPct val="150000"/>
              </a:lnSpc>
            </a:pPr>
            <a:r>
              <a:rPr lang="en-US" sz="3600" dirty="0"/>
              <a:t>Genoa, Italy</a:t>
            </a:r>
          </a:p>
          <a:p>
            <a:pPr>
              <a:lnSpc>
                <a:spcPct val="150000"/>
              </a:lnSpc>
            </a:pPr>
            <a:r>
              <a:rPr lang="en-US" sz="3600" dirty="0"/>
              <a:t>2026/03/14</a:t>
            </a:r>
          </a:p>
        </p:txBody>
      </p:sp>
    </p:spTree>
    <p:extLst>
      <p:ext uri="{BB962C8B-B14F-4D97-AF65-F5344CB8AC3E}">
        <p14:creationId xmlns:p14="http://schemas.microsoft.com/office/powerpoint/2010/main" val="6124795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20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Sina Gholami Fashkhami</dc:creator>
  <cp:lastModifiedBy>Sina Gholami Fashkhami</cp:lastModifiedBy>
  <cp:revision>1</cp:revision>
  <dcterms:created xsi:type="dcterms:W3CDTF">2026-03-14T11:05:41Z</dcterms:created>
  <dcterms:modified xsi:type="dcterms:W3CDTF">2026-03-14T13:10:38Z</dcterms:modified>
</cp:coreProperties>
</file>